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19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55659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96063" y="1212868"/>
            <a:ext cx="9048584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400" b="1" dirty="0">
                <a:solidFill>
                  <a:srgbClr val="F5F5F5"/>
                </a:solidFill>
              </a:rPr>
              <a:t>Automotive Trends</a:t>
            </a:r>
            <a:r>
              <a:rPr lang="en-US" sz="4400" b="1" dirty="0">
                <a:solidFill>
                  <a:srgbClr val="F5F5F5"/>
                </a:solidFill>
              </a:rPr>
              <a:t>  </a:t>
            </a:r>
          </a:p>
          <a:p>
            <a:pPr algn="l"/>
            <a:r>
              <a:rPr sz="4400" b="1" dirty="0">
                <a:solidFill>
                  <a:srgbClr val="F5F5F5"/>
                </a:solidFill>
              </a:rPr>
              <a:t>Data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2810" y="3635642"/>
            <a:ext cx="6362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dirty="0">
                <a:solidFill>
                  <a:srgbClr val="AAAAAA"/>
                </a:solidFill>
              </a:rPr>
              <a:t>       </a:t>
            </a:r>
            <a:r>
              <a:rPr sz="1800" dirty="0">
                <a:solidFill>
                  <a:srgbClr val="AAAAAA"/>
                </a:solidFill>
              </a:rPr>
              <a:t>Raw / Silver / Gold pipeline using NHTSA, NREL, and EPA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91061" y="4924267"/>
            <a:ext cx="2452916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AAA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Vlad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Coada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Data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Architecture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2743200" cy="192024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Raw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Stored exactly as downloaded,
partitioned by run_date,
immutable.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2011680"/>
            <a:ext cx="2743200" cy="192024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06240" y="2240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Silver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74320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Cleaned, typed, validated,
deduplicated, schema-enforced.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30170" y="1989814"/>
            <a:ext cx="2743200" cy="192024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79" y="224028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Gold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79" y="2743200"/>
            <a:ext cx="21031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Aggregated tables,
analytics-ready,
includes joins.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Data Acquisition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NHTSA: FLAT_CMPL.zip (tab-delimited file inside ZIP)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NREL: alt-fuel-stations API (requires NREL_API_KEY, uses limit=all)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EPA: vehicles.csv.zip (bulk fuel economy dataset)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Raw stored under data/raw/&lt;dataset&gt;/run_date=YYYY-MM-DD + metadata.json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Data Processing (Silver Layer)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657600" cy="210312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NHTSA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Mapped fixed-position fields → named columns
YYYYMMDD → date
PK dedupe by complaint id
Crash/Fire normalized to 0/1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09160" y="2011680"/>
            <a:ext cx="3657600" cy="210312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0" y="224028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NREL &amp; EPA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301752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Required columns enforced
State codes standardized (NREL)
MPG/CO2 cast to numeric (EPA)
Basic sanity filters (EPA)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2011680"/>
            <a:ext cx="2834640" cy="210312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15400" y="2240280"/>
            <a:ext cx="2194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Quality Controls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743200"/>
            <a:ext cx="2194560" cy="1142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Schema validation
Null rate metrics
Duplicate tracking
Fail-fast errors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Data Transformation (Gold Layer)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37360"/>
            <a:ext cx="5029200" cy="13258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96596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complaints_by_make_model_year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468880"/>
            <a:ext cx="4389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Complaint count + crash/fire totals + injuries/deaths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200400"/>
            <a:ext cx="5029200" cy="13258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342900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stations_by_state_fuel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3931920"/>
            <a:ext cx="4389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Station counts by state + fuel type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4663440"/>
            <a:ext cx="5029200" cy="13258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892040"/>
            <a:ext cx="4389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fuel_economy_by_make_year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5394959"/>
            <a:ext cx="43891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Average MPG + average CO2 by make/year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00400"/>
            <a:ext cx="5212080" cy="278892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43000" y="34290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vehicle_trends (integration)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931920"/>
            <a:ext cx="4572000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Joined complaints with fuel economy
for safety vs efficiency comparisons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Loading Simulation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Generated Azure SQL DDL + MERGE for each gold table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Generated Delta Lake DDL + MERGE (Databricks SQL style)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MERGE chosen for idempotent upserts and safe re-runs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Scripts stored under artifacts/sql/azure_sql and artifacts/sql/delta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Run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Generated artifacts/reports/run_report_&lt;run_date&gt;.json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Includes: row counts (silver + gold), duplicates removed, top null rates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Used to verify pipeline outputs without dashboards</a:t>
            </a:r>
          </a:p>
          <a:p>
            <a:pPr>
              <a:spcAft>
                <a:spcPts val="600"/>
              </a:spcAft>
              <a:defRPr sz="2200">
                <a:solidFill>
                  <a:srgbClr val="F5F5F5"/>
                </a:solidFill>
              </a:defRPr>
            </a:pPr>
            <a:r>
              <a:t>Example run: NHTSA silver rows ~1.57M, duplicates removed ~0.60M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Automation Strategy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11680"/>
            <a:ext cx="356616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240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7432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Daily run (e.g., 02:00 UTC)
Balances freshness + cost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17720" y="2011680"/>
            <a:ext cx="356616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59" y="22402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Deployment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59" y="2743200"/>
            <a:ext cx="29260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Azure Data Factory trigger
GitHub Actions cron
Azure DevOps pipeline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2011680"/>
            <a:ext cx="301752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732519" y="2240280"/>
            <a:ext cx="23774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Pipeline Integrity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19" y="2743200"/>
            <a:ext cx="23774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Idempotent MERGE loads
run_date partitioning
raw immutable for replays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Challenges &amp; Solutions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</a:defRPr>
            </a:pPr>
            <a:r>
              <a:t>NHTSA structure: no clean header + occasional malformed rows → used python parser, on_bad_lines=skip, mapped fields by position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</a:defRPr>
            </a:pPr>
            <a:r>
              <a:t>NREL API: 422 error from invalid limit → fixed by using limit=all (supported by API)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</a:defRPr>
            </a:pPr>
            <a:r>
              <a:t>Dataset size: raw/silver are large → kept repo code-first, generate outputs via reproducible pipeline</a:t>
            </a:r>
          </a:p>
          <a:p>
            <a:pPr>
              <a:spcAft>
                <a:spcPts val="600"/>
              </a:spcAft>
              <a:defRPr sz="2000">
                <a:solidFill>
                  <a:srgbClr val="F5F5F5"/>
                </a:solidFill>
              </a:defRPr>
            </a:pPr>
            <a:r>
              <a:t>Deduplication: NHTSA complaint records are updateable → PK-based dedupe in silver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548640"/>
            <a:ext cx="10607040" cy="109728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l"/>
            <a:r>
              <a:rPr sz="4400" b="1">
                <a:solidFill>
                  <a:srgbClr val="F5F5F5"/>
                </a:solidFill>
              </a:rPr>
              <a:t>Key Design Decisions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74320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Medallion layers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Clear separation of concerns
Raw → Silver → Gold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49039" y="1920240"/>
            <a:ext cx="274320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69079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Raw immutable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69079" y="2651760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Traceability + replayability
run_date partitions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920240"/>
            <a:ext cx="274320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995159" y="214884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Parquet outputs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59" y="2651760"/>
            <a:ext cx="2103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Fast columnar reads
Better for analytics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920240"/>
            <a:ext cx="2560320" cy="2011680"/>
          </a:xfrm>
          <a:prstGeom prst="roundRect">
            <a:avLst/>
          </a:prstGeom>
          <a:solidFill>
            <a:srgbClr val="19191C"/>
          </a:solidFill>
          <a:ln>
            <a:solidFill>
              <a:srgbClr val="3232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921240" y="2148840"/>
            <a:ext cx="19202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F5F5F5"/>
                </a:solidFill>
              </a:rPr>
              <a:t>Simulated load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21240" y="2651760"/>
            <a:ext cx="1920239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AAAAAA"/>
                </a:solidFill>
              </a:rPr>
              <a:t>DDL + MERGE scripts
(Azure SQL + Delta)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309360"/>
            <a:ext cx="10607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AAAAAA"/>
                </a:solidFill>
              </a:defRPr>
            </a:pPr>
            <a:r>
              <a:t>Run it: python main.py --run-date YYYY-MM-DD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561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Vlad Coada</dc:creator>
  <cp:keywords/>
  <dc:description>generated using python-pptx</dc:description>
  <cp:lastModifiedBy>vladcode@outlook.com</cp:lastModifiedBy>
  <cp:revision>4</cp:revision>
  <dcterms:created xsi:type="dcterms:W3CDTF">2013-01-27T09:14:16Z</dcterms:created>
  <dcterms:modified xsi:type="dcterms:W3CDTF">2026-03-03T08:01:54Z</dcterms:modified>
  <cp:category/>
</cp:coreProperties>
</file>